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1.png"/><Relationship Id="rId14" Type="http://schemas.openxmlformats.org/officeDocument/2006/relationships/image" Target="../media/image-8-12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77052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Secure File Vault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625229"/>
            <a:ext cx="6223638" cy="249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Your Files. Your Password. Your Privacy.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Browser-Based Encryption and Cloud Synchronization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KISHORE C - URK25CS6017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JOSHUA DANIEL S - URK25CS6045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F.JESWINFRANK - URK25CS6021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55579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Introduction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98086" y="1342628"/>
            <a:ext cx="6223638" cy="1176536"/>
          </a:xfrm>
          <a:prstGeom prst="roundRect">
            <a:avLst>
              <a:gd name="adj" fmla="val 2162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867547" y="1512094"/>
            <a:ext cx="588471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Password-Based Encryption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7547" y="1847850"/>
            <a:ext cx="588471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Protects sensitive files using strong password-derived keys — no key stored anywhere.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8086" y="2663230"/>
            <a:ext cx="6223638" cy="925612"/>
          </a:xfrm>
          <a:prstGeom prst="roundRect">
            <a:avLst>
              <a:gd name="adj" fmla="val 274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867547" y="2832695"/>
            <a:ext cx="588471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Client-Side Processing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7547" y="3168452"/>
            <a:ext cx="588471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Files are encrypted entirely inside the browser before any cloud upload occurs.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8086" y="3732907"/>
            <a:ext cx="6223638" cy="1176536"/>
          </a:xfrm>
          <a:prstGeom prst="roundRect">
            <a:avLst>
              <a:gd name="adj" fmla="val 2162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867547" y="3902373"/>
            <a:ext cx="588471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Hybrid Storage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7547" y="4238129"/>
            <a:ext cx="588471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Combines local IndexedDB with optional Supabase cloud storage for resilient access.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8086" y="5053509"/>
            <a:ext cx="6223638" cy="1176536"/>
          </a:xfrm>
          <a:prstGeom prst="roundRect">
            <a:avLst>
              <a:gd name="adj" fmla="val 2162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867547" y="5222974"/>
            <a:ext cx="588471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Full Management Suite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7547" y="5558730"/>
            <a:ext cx="588471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File management, account access, activity monitoring and admin oversight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3436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Objectives and Technologies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655237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Security Objectives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56011"/>
            <a:ext cx="5190995" cy="12722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2795" y="2244527"/>
            <a:ext cx="473777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AES-256-GCM Encryption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62795" y="2637929"/>
            <a:ext cx="473777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Authenticated encryption ensuring both confidentiality and data integrity.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472359"/>
            <a:ext cx="5190995" cy="10213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2795" y="3660874"/>
            <a:ext cx="473777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PBKDF2-SHA-256 Key Derivation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62795" y="4054277"/>
            <a:ext cx="473777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250,000 iterations of key stretching to resist brute-force attacks.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637782"/>
            <a:ext cx="5190995" cy="12722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2795" y="4826298"/>
            <a:ext cx="473777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SHA-256 Fingerprints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62795" y="5219700"/>
            <a:ext cx="473777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File integrity verification through cryptographic hash comparison on every restore.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08964" y="1655237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Technology Stack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308964" y="2056011"/>
            <a:ext cx="2523467" cy="1635919"/>
          </a:xfrm>
          <a:prstGeom prst="roundRect">
            <a:avLst>
              <a:gd name="adj" fmla="val 1555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6478425" y="2225477"/>
            <a:ext cx="508583" cy="508595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8221" y="2365276"/>
            <a:ext cx="228892" cy="2288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78425" y="2878138"/>
            <a:ext cx="21845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Frontend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478425" y="3271540"/>
            <a:ext cx="218454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HTML, CSS, JavaScript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976493" y="2056011"/>
            <a:ext cx="2523467" cy="1635919"/>
          </a:xfrm>
          <a:prstGeom prst="roundRect">
            <a:avLst>
              <a:gd name="adj" fmla="val 1555"/>
            </a:avLst>
          </a:prstGeom>
          <a:solidFill>
            <a:srgbClr val="304755"/>
          </a:solidFill>
          <a:ln/>
        </p:spPr>
      </p:sp>
      <p:sp>
        <p:nvSpPr>
          <p:cNvPr id="20" name="Shape 14"/>
          <p:cNvSpPr/>
          <p:nvPr/>
        </p:nvSpPr>
        <p:spPr>
          <a:xfrm>
            <a:off x="9145954" y="2225477"/>
            <a:ext cx="508583" cy="508595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85750" y="2365276"/>
            <a:ext cx="228892" cy="22889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5954" y="2878138"/>
            <a:ext cx="21845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Crypto API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9145954" y="3271540"/>
            <a:ext cx="218454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Web Crypto API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308964" y="3835995"/>
            <a:ext cx="2523467" cy="1635919"/>
          </a:xfrm>
          <a:prstGeom prst="roundRect">
            <a:avLst>
              <a:gd name="adj" fmla="val 1555"/>
            </a:avLst>
          </a:prstGeom>
          <a:solidFill>
            <a:srgbClr val="304755"/>
          </a:solidFill>
          <a:ln/>
        </p:spPr>
      </p:sp>
      <p:sp>
        <p:nvSpPr>
          <p:cNvPr id="25" name="Shape 18"/>
          <p:cNvSpPr/>
          <p:nvPr/>
        </p:nvSpPr>
        <p:spPr>
          <a:xfrm>
            <a:off x="6478425" y="4005461"/>
            <a:ext cx="508583" cy="508595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8221" y="4145260"/>
            <a:ext cx="228892" cy="2288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78425" y="4658122"/>
            <a:ext cx="21845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Local Store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6478425" y="5051524"/>
            <a:ext cx="218454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IndexedDB, localStorage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976493" y="3835995"/>
            <a:ext cx="2523467" cy="1635919"/>
          </a:xfrm>
          <a:prstGeom prst="roundRect">
            <a:avLst>
              <a:gd name="adj" fmla="val 1555"/>
            </a:avLst>
          </a:prstGeom>
          <a:solidFill>
            <a:srgbClr val="304755"/>
          </a:solidFill>
          <a:ln/>
        </p:spPr>
      </p:sp>
      <p:sp>
        <p:nvSpPr>
          <p:cNvPr id="30" name="Shape 22"/>
          <p:cNvSpPr/>
          <p:nvPr/>
        </p:nvSpPr>
        <p:spPr>
          <a:xfrm>
            <a:off x="9145954" y="4005461"/>
            <a:ext cx="508583" cy="508595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85750" y="4145260"/>
            <a:ext cx="228892" cy="22889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45954" y="4658122"/>
            <a:ext cx="21845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Cloud</a:t>
            </a:r>
            <a:endParaRPr lang="en-US" sz="1550" dirty="0"/>
          </a:p>
        </p:txBody>
      </p:sp>
      <p:sp>
        <p:nvSpPr>
          <p:cNvPr id="33" name="Text 24"/>
          <p:cNvSpPr/>
          <p:nvPr/>
        </p:nvSpPr>
        <p:spPr>
          <a:xfrm>
            <a:off x="9145954" y="5051524"/>
            <a:ext cx="218454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Supabase +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8813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System Architecture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906" y="1413272"/>
            <a:ext cx="9635884" cy="4155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6338" y="4788602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Metadata Layer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26338" y="3826722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Storage Layer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26338" y="2874557"/>
            <a:ext cx="210178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Encryption Layer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6338" y="1912677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8086" y="5750322"/>
            <a:ext cx="10795524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The system follows a layered architecture where all cryptographic operations occur client-side before data reaches any storage layer. When cloud connectivity is unavailable, a local IndexedDB fallback ensures uninterrupted access.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0959"/>
            <a:ext cx="10795524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Encryption and Decryption Workflow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332" y="1962745"/>
            <a:ext cx="3410559" cy="3410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2907" y="1133977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Encrypt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52907" y="1393230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52907" y="1590477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6252907" y="1677591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Select file → Enter password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52907" y="2028428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52907" y="2225675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6252907" y="2312789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Generate random salt and IV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52907" y="2663627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52907" y="2860873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10"/>
          <p:cNvSpPr/>
          <p:nvPr/>
        </p:nvSpPr>
        <p:spPr>
          <a:xfrm>
            <a:off x="6252907" y="2947988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AES-256-GCM encryption applied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52907" y="3298825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04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52907" y="3496072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3"/>
          <p:cNvSpPr/>
          <p:nvPr/>
        </p:nvSpPr>
        <p:spPr>
          <a:xfrm>
            <a:off x="6252907" y="3583186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Store locally + upload to cloud → Download .enc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52907" y="3974505"/>
            <a:ext cx="5247052" cy="127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252907" y="4112722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Decrypt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52907" y="4371975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01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52907" y="4569222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1" name="Text 18"/>
          <p:cNvSpPr/>
          <p:nvPr/>
        </p:nvSpPr>
        <p:spPr>
          <a:xfrm>
            <a:off x="6252907" y="4656336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Enter password → Authenticate user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52907" y="5007173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02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52907" y="5204420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4" name="Text 21"/>
          <p:cNvSpPr/>
          <p:nvPr/>
        </p:nvSpPr>
        <p:spPr>
          <a:xfrm>
            <a:off x="6252907" y="5291534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Decrypt file → Restore filename and contents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52907" y="5642372"/>
            <a:ext cx="24714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03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52907" y="5839619"/>
            <a:ext cx="5247052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7" name="Text 24"/>
          <p:cNvSpPr/>
          <p:nvPr/>
        </p:nvSpPr>
        <p:spPr>
          <a:xfrm>
            <a:off x="6252907" y="5926733"/>
            <a:ext cx="5247052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Verify SHA-256 fingerprint for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622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Key Features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670745"/>
            <a:ext cx="398949" cy="398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365" y="1739305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Authentication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46365" y="2152253"/>
            <a:ext cx="278400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Registration, login and admin access with real-time password strength feedback and breach detection.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1670745"/>
            <a:ext cx="398949" cy="398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7983" y="1739305"/>
            <a:ext cx="278400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Encryption &amp; Integrity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027983" y="2445544"/>
            <a:ext cx="278400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AES-256-GCM file encryption, decryption and management with SHA-256 integrity checks on every operation.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1670745"/>
            <a:ext cx="398949" cy="398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09601" y="1739305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Hybrid Cloud Sync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709601" y="2152253"/>
            <a:ext cx="278400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Supabase and Storage synchronization with seamless local fallback when cloud is unavailable.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121249"/>
            <a:ext cx="398949" cy="3989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6365" y="4189809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Activity Monitoring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346365" y="4602758"/>
            <a:ext cx="278400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Tamper-evident activity logs with hash-chain verification ensuring audit trail integrity.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9704" y="4121249"/>
            <a:ext cx="398949" cy="3989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27983" y="4189809"/>
            <a:ext cx="278400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Lockout Mechanisms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5027983" y="4896048"/>
            <a:ext cx="278400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5 failed login attempts triggers a 60-second lockout; file auto-deleted after 3 failed decryption attempts.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8558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User Interface and Modules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159371"/>
            <a:ext cx="10795524" cy="777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155" y="1426766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19973" y="1308001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Login / Register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19973" y="1549102"/>
            <a:ext cx="100250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Account access with password strength checks and integrated breach detection on sign-up.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021582"/>
            <a:ext cx="10795524" cy="777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9155" y="2288977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19973" y="2170212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Encrypt / Decrypt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319973" y="2411313"/>
            <a:ext cx="100250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Secure file processing interface with live integrity verification using SHA-256 fingerprints.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2883793"/>
            <a:ext cx="10795524" cy="7779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9155" y="3151188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19973" y="3032423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My Files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319973" y="3273524"/>
            <a:ext cx="100250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File history, restoration and deletion management with cloud and local storage views.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3746004"/>
            <a:ext cx="10795524" cy="7779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9155" y="4013398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319973" y="3894634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Activity Log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319973" y="4135735"/>
            <a:ext cx="100250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Chronological security event timeline with hash-chain log verification for tamper detection.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608215"/>
            <a:ext cx="10795524" cy="7779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9155" y="4875609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319973" y="4756845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Admin Panel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319973" y="4997946"/>
            <a:ext cx="100250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User management interface providing administrative oversight of accounts and activity.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086" y="5470426"/>
            <a:ext cx="10795524" cy="77797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9155" y="5737820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6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319973" y="5619055"/>
            <a:ext cx="10025010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Settings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1319973" y="5860157"/>
            <a:ext cx="10025010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Theme customization (dark/light modes, color palettes) and Supabase connectivity 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6651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Testing, Results and Limitations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708319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Test Scenarios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683" y="2114302"/>
            <a:ext cx="254291" cy="254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9034" y="2109093"/>
            <a:ext cx="46400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Correct and incorrect password attempts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683" y="2916486"/>
            <a:ext cx="254291" cy="254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9034" y="2911277"/>
            <a:ext cx="46400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Tampered file detection and fingerprint comparison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683" y="3718669"/>
            <a:ext cx="254291" cy="2542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9034" y="3713460"/>
            <a:ext cx="46400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File restoration and SHA-256 verification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683" y="4520853"/>
            <a:ext cx="254291" cy="2542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9034" y="4515644"/>
            <a:ext cx="46400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Cloud upload/download and login lockout</a:t>
            </a:r>
            <a:endParaRPr lang="en-US" sz="1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1683" y="5323036"/>
            <a:ext cx="254291" cy="2542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49034" y="5317827"/>
            <a:ext cx="464004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Activity-log hash-chain verification</a:t>
            </a:r>
            <a:endParaRPr lang="en-US" sz="1550" dirty="0"/>
          </a:p>
        </p:txBody>
      </p:sp>
      <p:sp>
        <p:nvSpPr>
          <p:cNvPr id="14" name="Text 7"/>
          <p:cNvSpPr/>
          <p:nvPr/>
        </p:nvSpPr>
        <p:spPr>
          <a:xfrm>
            <a:off x="6308964" y="1708319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Expected Results</a:t>
            </a:r>
            <a:endParaRPr lang="en-US" sz="1550" dirty="0"/>
          </a:p>
        </p:txBody>
      </p:sp>
      <p:sp>
        <p:nvSpPr>
          <p:cNvPr id="15" name="Shape 8"/>
          <p:cNvSpPr/>
          <p:nvPr/>
        </p:nvSpPr>
        <p:spPr>
          <a:xfrm>
            <a:off x="6308964" y="2109093"/>
            <a:ext cx="2523467" cy="1778893"/>
          </a:xfrm>
          <a:prstGeom prst="roundRect">
            <a:avLst>
              <a:gd name="adj" fmla="val 1430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6497475" y="2297609"/>
            <a:ext cx="2146445" cy="505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 Strong Encryption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497475" y="2946698"/>
            <a:ext cx="214644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Encrypted files are completely unreadable without the correct password.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976493" y="2109093"/>
            <a:ext cx="2523467" cy="1778893"/>
          </a:xfrm>
          <a:prstGeom prst="roundRect">
            <a:avLst>
              <a:gd name="adj" fmla="val 1430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9165004" y="2297609"/>
            <a:ext cx="2146445" cy="505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 Resilient Fallback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9165004" y="2946698"/>
            <a:ext cx="214644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Cloud failures trigger automatic local IndexedDB fallback with no data loss.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308964" y="4060796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Known Limitations</a:t>
            </a:r>
            <a:endParaRPr lang="en-US" sz="15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9915" y="4442520"/>
            <a:ext cx="2524459" cy="143361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16524" y="4461570"/>
            <a:ext cx="22978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Cloud Dependency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6516524" y="4854972"/>
            <a:ext cx="2297849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Sync relies on correct Supabase configuration and active permissions.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75401" y="4442520"/>
            <a:ext cx="2524558" cy="14336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02011" y="4461570"/>
            <a:ext cx="2297948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Browser-Side Controls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9202011" y="5104309"/>
            <a:ext cx="2297948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Client-side logic can be inspected or manipulated by determined adversaries.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95237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Conclusion and Future Scope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162222" y="1183382"/>
            <a:ext cx="3144858" cy="4511377"/>
          </a:xfrm>
          <a:prstGeom prst="roundRect">
            <a:avLst>
              <a:gd name="adj" fmla="val 714"/>
            </a:avLst>
          </a:prstGeom>
          <a:solidFill>
            <a:srgbClr val="0F3460"/>
          </a:solidFill>
          <a:ln/>
        </p:spPr>
      </p:sp>
      <p:sp>
        <p:nvSpPr>
          <p:cNvPr id="5" name="Text 2"/>
          <p:cNvSpPr/>
          <p:nvPr/>
        </p:nvSpPr>
        <p:spPr>
          <a:xfrm>
            <a:off x="5311741" y="1307169"/>
            <a:ext cx="284582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What We Built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311741" y="1721247"/>
            <a:ext cx="74710" cy="74712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5498566" y="1641673"/>
            <a:ext cx="2658996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Browser-based encryption with hybrid cloud storage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11741" y="2605484"/>
            <a:ext cx="74710" cy="74712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9" name="Text 6"/>
          <p:cNvSpPr/>
          <p:nvPr/>
        </p:nvSpPr>
        <p:spPr>
          <a:xfrm>
            <a:off x="5498566" y="2525911"/>
            <a:ext cx="2658996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AES-256-GCM protection before any upload occurs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11741" y="3489722"/>
            <a:ext cx="74710" cy="74712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5498566" y="3410148"/>
            <a:ext cx="2658996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File management, breach checks and activity monitoring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70599" y="1307169"/>
            <a:ext cx="292936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Future Roadmap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570599" y="1641673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30475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7622" y="1978323"/>
            <a:ext cx="224328" cy="2243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81087" y="1791196"/>
            <a:ext cx="221887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Server-Side Authorization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570599" y="2651423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30475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7622" y="2988072"/>
            <a:ext cx="224328" cy="2243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1087" y="2800945"/>
            <a:ext cx="221887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Two-Factor Authentication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570599" y="3661172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30475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7622" y="3997821"/>
            <a:ext cx="224328" cy="2243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81087" y="3810695"/>
            <a:ext cx="221887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Automated Testing Suite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570599" y="4670921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30475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7622" y="5007570"/>
            <a:ext cx="224328" cy="2243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81087" y="4820444"/>
            <a:ext cx="221887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0"/>
              </a:rPr>
              <a:t>Improved Cloud Access Controls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189507" y="5948782"/>
            <a:ext cx="66088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Thank You — Questions &amp; Answers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269971" y="5820966"/>
            <a:ext cx="19050" cy="461863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2026-10-29T08:39:25Z</dcterms:created>
  <dcterms:modified xsi:type="dcterms:W3CDTF">2026-10-29T08:39:25Z</dcterms:modified>
</cp:coreProperties>
</file>